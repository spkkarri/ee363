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A901EE-ACE2-46FD-8435-E10C770E759C}" v="1" dt="2025-04-13T09:36:48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0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 Harry" userId="b5bf274313f92c32" providerId="LiveId" clId="{DAA901EE-ACE2-46FD-8435-E10C770E759C}"/>
    <pc:docChg chg="undo custSel modSld">
      <pc:chgData name="K Harry" userId="b5bf274313f92c32" providerId="LiveId" clId="{DAA901EE-ACE2-46FD-8435-E10C770E759C}" dt="2025-04-13T09:43:03.541" v="61" actId="207"/>
      <pc:docMkLst>
        <pc:docMk/>
      </pc:docMkLst>
      <pc:sldChg chg="addSp modSp mod">
        <pc:chgData name="K Harry" userId="b5bf274313f92c32" providerId="LiveId" clId="{DAA901EE-ACE2-46FD-8435-E10C770E759C}" dt="2025-04-13T09:43:03.541" v="61" actId="207"/>
        <pc:sldMkLst>
          <pc:docMk/>
          <pc:sldMk cId="0" sldId="256"/>
        </pc:sldMkLst>
        <pc:spChg chg="add mod">
          <ac:chgData name="K Harry" userId="b5bf274313f92c32" providerId="LiveId" clId="{DAA901EE-ACE2-46FD-8435-E10C770E759C}" dt="2025-04-13T09:43:03.541" v="61" actId="207"/>
          <ac:spMkLst>
            <pc:docMk/>
            <pc:sldMk cId="0" sldId="256"/>
            <ac:spMk id="3" creationId="{DB54AD7E-9CAE-D1B8-BB33-ED629AB01295}"/>
          </ac:spMkLst>
        </pc:spChg>
        <pc:picChg chg="mod">
          <ac:chgData name="K Harry" userId="b5bf274313f92c32" providerId="LiveId" clId="{DAA901EE-ACE2-46FD-8435-E10C770E759C}" dt="2025-04-13T09:35:16.536" v="0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4" y="636309"/>
            <a:ext cx="9037112" cy="5943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54AD7E-9CAE-D1B8-BB33-ED629AB01295}"/>
              </a:ext>
            </a:extLst>
          </p:cNvPr>
          <p:cNvSpPr txBox="1"/>
          <p:nvPr/>
        </p:nvSpPr>
        <p:spPr>
          <a:xfrm>
            <a:off x="2435906" y="109628"/>
            <a:ext cx="4272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RAG BASED CHATBOT  </a:t>
            </a:r>
            <a:endParaRPr lang="en-IN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 Harry</cp:lastModifiedBy>
  <cp:revision>1</cp:revision>
  <dcterms:created xsi:type="dcterms:W3CDTF">2013-01-27T09:14:16Z</dcterms:created>
  <dcterms:modified xsi:type="dcterms:W3CDTF">2025-04-13T09:43:12Z</dcterms:modified>
  <cp:category/>
</cp:coreProperties>
</file>